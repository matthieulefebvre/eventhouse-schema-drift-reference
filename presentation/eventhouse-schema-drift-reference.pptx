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EBF2F4"/>
                </a:solidFill>
                <a:latin typeface="Aptos"/>
              </a:defRPr>
            </a:pPr>
            <a:r>
              <a:t>Handling schema drift in Eventhouse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880360"/>
            <a:ext cx="98755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0">
                <a:solidFill>
                  <a:srgbClr val="AABEC6"/>
                </a:solidFill>
                <a:latin typeface="Aptos"/>
              </a:defRPr>
            </a:pPr>
            <a:r>
              <a:t>A practical alternative to exporting every telemetry batch to Spark</a:t>
            </a:r>
            <a:br/>
            <a:r>
              <a:t>Raw messages stay available; reporting tables stay stable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978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PUBLIC REFERENCE IMPLEMENTATION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Where we started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Telemetry lands in Eventhouse, then a notebook reads it back out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Spark infers and flattens the JSON before writing Delta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Watermarks, drift buffers, and merge jobs keep the batches coordinated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1B2932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C42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EXPORT → SPARK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The extra work adds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Each run starts Spark and exports another batch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Parallel connector reads can compete for export capacity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 parsing problem now has its own scheduling and recovery process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We only want to remove the work Eventhouse can already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1B2932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MOVE + INFER + MERGE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The revised data path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Keep one raw copy for investigation and replay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Use update policies to fill ordinary typed tables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Leave unfamiliar fields in residual JSON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Record drift in a separate table for review</a:t>
            </a:r>
          </a:p>
        </p:txBody>
      </p:sp>
      <p:pic>
        <p:nvPicPr>
          <p:cNvPr id="6" name="Picture 5" descr="targe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251960" cy="3611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43800" y="5166360"/>
            <a:ext cx="3977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8577"/>
                </a:solidFill>
                <a:latin typeface="Aptos"/>
              </a:defRPr>
            </a:pPr>
            <a:r>
              <a:t>No routine telemetry export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A new field arrives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Controller 01 is still reporting its usual measurements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Firmware version 2 adds serviceCountdownHours: 120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There is no matching target column yet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 value must survive without holding up the rest of the row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"sourceType":"controller",</a:t>
            </a:r>
            <a:br/>
            <a:r>
              <a:t>"schemaVersion":2,</a:t>
            </a:r>
            <a:br/>
            <a:r>
              <a:t>"telemetry": {</a:t>
            </a:r>
            <a:br/>
            <a:r>
              <a:t>  "controllerStatus":"running",</a:t>
            </a:r>
            <a:br/>
            <a:r>
              <a:t>  "engineHours":1251.0,</a:t>
            </a:r>
            <a:br/>
            <a:r>
              <a:t>  "fuelConsumption":8.2,</a:t>
            </a:r>
            <a:br/>
            <a:r>
              <a:t>  "serviceCountdownHours":120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First, keep the whole payload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 few envelope values are mapped to columns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DropMappedFields leaves everything else in RawRecord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 landing table does not change when the payload does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SourceType     controller</a:t>
            </a:r>
            <a:br/>
            <a:r>
              <a:t>SchemaVersion  2</a:t>
            </a:r>
            <a:br/>
            <a:r>
              <a:t>RawRecord      {</a:t>
            </a:r>
            <a:br/>
            <a:r>
              <a:t> "payload":{"telemetry":{</a:t>
            </a:r>
            <a:br/>
            <a:r>
              <a:t>  ...,</a:t>
            </a:r>
            <a:br/>
            <a:r>
              <a:t>  "serviceCountdownHours":120</a:t>
            </a:r>
            <a:br/>
            <a:r>
              <a:t> }}}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Then write the fields we know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 transform casts each approved value explicitly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bag_remove_keys leaves the new property in ResidualTelemetry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Reports continue to see the same columns as before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ControllerStatus  running</a:t>
            </a:r>
            <a:br/>
            <a:r>
              <a:t>EngineHours       1251.0</a:t>
            </a:r>
            <a:br/>
            <a:r>
              <a:t>FuelConsumption   8.2</a:t>
            </a:r>
            <a:br/>
            <a:r>
              <a:t>ResidualTelemetry {</a:t>
            </a:r>
            <a:br/>
            <a:r>
              <a:t> "serviceCountdownHours":120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Update policies do the routine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One policy writes the controller row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Another checks the same message for unknown fields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There is no notebook schedule or export watermark in between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{"Source":"RawTelemetry",</a:t>
            </a:r>
            <a:br/>
            <a:r>
              <a:t> "Query":"TransformControllerTelemetry()",</a:t>
            </a:r>
            <a:br/>
            <a:r>
              <a:t> "IsTransactional":false}</a:t>
            </a:r>
            <a:br/>
            <a:br/>
            <a:r>
              <a:t>Raw row  →  typed row</a:t>
            </a:r>
            <a:br/>
            <a:r>
              <a:t>         →  drift observation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The new field goes onto the review 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bag_keys finds serviceCountdownHours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gettype records long; the sample value is 120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Normal controller processing carries on while the team reviews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SourceType    controller</a:t>
            </a:r>
            <a:br/>
            <a:r>
              <a:t>FieldPath     serviceCountdownHours</a:t>
            </a:r>
            <a:br/>
            <a:r>
              <a:t>ObservedType  long</a:t>
            </a:r>
            <a:br/>
            <a:r>
              <a:t>SampleValue   120</a:t>
            </a:r>
            <a:br/>
            <a:br/>
            <a:r>
              <a:t>bag_keys + mv-expand</a:t>
            </a:r>
            <a:br/>
            <a:r>
              <a:t>+ set_has_element + gettype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Arrays are handled as rows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This cooling-unit message has two zones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mv-expand writes two child rows and keeps the zone IDs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 message with an empty zones array writes no child rows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Device      Zone  Mode     Return  Setpoint</a:t>
            </a:r>
            <a:br/>
            <a:r>
              <a:t>cooling-01  1     cool     2.8     2.0</a:t>
            </a:r>
            <a:br/>
            <a:r>
              <a:t>cooling-01  2     defrost  5.1     4.0</a:t>
            </a:r>
            <a:br/>
            <a:br/>
            <a:r>
              <a:t>| mv-expand Zone=Zones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Promotion is a normal code change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 team agrees the name, meaning, unit, and type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 PR adds the column and updates the stored function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After a schema check, only the agreed history is replayed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BEFORE</a:t>
            </a:r>
            <a:br/>
            <a:r>
              <a:t>Residual {"serviceCountdownHours":120}</a:t>
            </a:r>
            <a:br/>
            <a:br/>
            <a:r>
              <a:t>AFTER</a:t>
            </a:r>
            <a:br/>
            <a:r>
              <a:t>ServiceCountdownHours  120.0</a:t>
            </a:r>
            <a:br/>
            <a:r>
              <a:t>Residual               {}</a:t>
            </a:r>
            <a:br/>
            <a:br/>
            <a:r>
              <a:t>.alter-merge + .set-or-append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An alert starts the conversation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Do not alert for every message; aggregate first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Here, 10 observations in 15 minutes is enough to open a ticket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 ticket carries the type, sample, asset count, and time range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controller</a:t>
            </a:r>
            <a:br/>
            <a:r>
              <a:t>serviceCountdownHours</a:t>
            </a:r>
            <a:br/>
            <a:r>
              <a:t>Type       long</a:t>
            </a:r>
            <a:br/>
            <a:r>
              <a:t>Sample     120</a:t>
            </a:r>
            <a:br/>
            <a:r>
              <a:t>Assets     47</a:t>
            </a:r>
            <a:br/>
            <a:r>
              <a:t>Events     8,212</a:t>
            </a:r>
            <a:br/>
            <a:br/>
            <a:r>
              <a:t>→ Teams  → DATA-1842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Who looks at the ticket?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Operations checks that ingestion is healthy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 source owner confirms the firmware change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 domain owner explains what the field means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Engineering profiles the data and prepares the change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Consumer and change owners sign off before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1B2932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PROFILE → APPROVE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What the on-call engineer sees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Is data arriving, and are typed tables keeping up?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Which new fields appeared after the latest release?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Are known fields failing type conversion?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How large is the residual backlog?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Are arrays producing an unexpected number of rows?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1B2932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008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OPERATIONS VIEW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Not every field becomes a column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Promote it when the meaning is stable and consumers need it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Keep it in residual JSON when it is sparse or diagnostic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Reject or quarantine accidental, malformed, or sensitive data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Record the decision so the same ticket does not return tomorrow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1B2932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3 DECISIONS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A sensible way to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Shadow one source type before changing the current path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Measure ingestion cost, latency, array growth, and completeness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Exercise failure and replay while the blast radius is small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Remove the Spark reads only after the numbers and outputs agree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1B2932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SHADOW → BENCHMARK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