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2530"/>
                </a:solidFill>
                <a:latin typeface="Aptos"/>
              </a:defRPr>
            </a:pPr>
            <a:r>
              <a:t>Schema drift without bulk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52646D"/>
                </a:solidFill>
                <a:latin typeface="Aptos"/>
              </a:defRPr>
            </a:pPr>
            <a:r>
              <a:t>A reusable Microsoft Fabric Eventhouse reference</a:t>
            </a:r>
            <a:br/>
            <a:r>
              <a:t>Stable typed tables, residual JSON, and reviewed promotion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The customer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IoT payloads evolve independently of analytics schemas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Spark schema inference requires bulk reads from Eventhouse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Concurrent connector reads can consume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Drift approval pauses batches and creates operational buffers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Current data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Event Hub to Eventhouse landing table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Kusto Spark connector invokes the export path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Spark infers, flattens, compares, and buffers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Delta targets depend on watermarks and replay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FIXED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Stable-schema principle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Project known fields explicitly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Remove known keys from the telemetry bag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Store the remainder as ResidualTelemetry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new key changes data, not the policy output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Target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One raw table triggers source-specific update policies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Ordinary typed tables remain available for OneLake mirroring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separate policy records unknown fields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Routine telemetry stays inside Eventhouse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CAST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Per-record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Route by source type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Cast known values to the target contract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Preserve unknown values in a dynamic residual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Record field path, observed type, sample, and event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Arrays become child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Variable zone arrays do not become variable columns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mv-expand emits one row per zone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Original zone identity is retained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Empty arrays intentionally emit no child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Drift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Aggregate append-only observations by source and path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Profile type stability, null rate, and cardinality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Promote only fields with agreed semantics and ownership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Keep sparse or unstable fields dynamic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PROMOTE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Promotion and backfill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Add the physical column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Revise and schema-check the stored function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Monitor new ingestion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Replay a bounded raw interval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Deduplicate appended versions or migrate to a replacement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DELTA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OneLake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Mirror ordinary Eventhouse tables for other Fabric engines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Use mirrored Delta as a transitional Spark quick win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Validate adaptive batching latency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Adding columns is supported; renaming and type alteration are constrained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TEST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Production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Peak-load CPU and ingestion latency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Target completeness and replay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Malformed and type-conflicted values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Array amplification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Duplicate arrival window and materialized-view lookback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ADOPT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Recommended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53796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Deploy the demo in a disposable KQL database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Replace demo contracts with production metadata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Shadow one source type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Benchmark at peak concurrency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Cut over incrementally and retain raw replay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EVENTHOUSE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