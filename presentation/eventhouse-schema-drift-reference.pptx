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EBF2F4"/>
                </a:solidFill>
                <a:latin typeface="Aptos"/>
              </a:defRPr>
            </a:pPr>
            <a:r>
              <a:t>Move schema drift from Spark to Eventhouse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9875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AABEC6"/>
                </a:solidFill>
                <a:latin typeface="Aptos"/>
              </a:defRPr>
            </a:pPr>
            <a:r>
              <a:t>A step-by-step customer demo</a:t>
            </a:r>
            <a:br/>
            <a:r>
              <a:t>Prove stable schemas, preserved drift, and governed promotion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PUBLIC REFERENCE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Start with today's Spark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Telemetry lands in Eventhouse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notebook exports the batch through the Kusto connector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Spark infers JSON, flattens, compares schemas, and manages buffers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Delta writes require watermarks and merge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C42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EXPORT → SPARK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Why the current loop is less efficient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Routine processing moves data out of its serving engine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Every run pays Spark startup and JSON inference cost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Parallel bulk reads compete for export capacity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Buffers, watermarks, and merge jobs increase operational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MOVE + INFER + MERGE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What the demo builds instead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Raw ingestion remains the replay point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Update policies create stable typed tables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Unknown values remain in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drift policy creates review evidence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Arrays become child rows</a:t>
            </a:r>
          </a:p>
        </p:txBody>
      </p:sp>
      <p:pic>
        <p:nvPicPr>
          <p:cNvPr id="6" name="Picture 5" descr="targe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251960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5166360"/>
            <a:ext cx="3977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8577"/>
                </a:solidFill>
                <a:latin typeface="Aptos"/>
              </a:defRPr>
            </a:pPr>
            <a:r>
              <a:t>No routine telemetry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Meet the message we will follow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Controller 01 reports normal operating values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producer adds serviceCountdownHours: 120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target table does not have that column yet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Success means preserving 120 without breaking typed ingestion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"sourceType":"controller",</a:t>
            </a:r>
            <a:br/>
            <a:r>
              <a:t>"schemaVersion":2,</a:t>
            </a:r>
            <a:br/>
            <a:r>
              <a:t>"telemetry": {</a:t>
            </a:r>
            <a:br/>
            <a:r>
              <a:t>  "controllerStatus":"running",</a:t>
            </a:r>
            <a:br/>
            <a:r>
              <a:t>  "engineHours":1251.0,</a:t>
            </a:r>
            <a:br/>
            <a:r>
              <a:t>  "fuelConsumption":8.2,</a:t>
            </a:r>
            <a:br/>
            <a:r>
              <a:t>  "serviceCountdownHours":120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1: raw mapping loses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Stable envelope values become columns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DropMappedFields keeps the remaining payload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No landing-table alteration is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SourceType     controller</a:t>
            </a:r>
            <a:br/>
            <a:r>
              <a:t>SchemaVersion  2</a:t>
            </a:r>
            <a:br/>
            <a:r>
              <a:t>RawRecord      {</a:t>
            </a:r>
            <a:br/>
            <a:r>
              <a:t> "payload":{"telemetry":{</a:t>
            </a:r>
            <a:br/>
            <a:r>
              <a:t>  ...,</a:t>
            </a:r>
            <a:br/>
            <a:r>
              <a:t>  "serviceCountdownHours":120</a:t>
            </a:r>
            <a:br/>
            <a:r>
              <a:t> }}}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2: typed row stays predictable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Explicit casts produce the approved columns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bag_remove_keys moves the new key to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Existing consumers see the same table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ControllerStatus  running</a:t>
            </a:r>
            <a:br/>
            <a:r>
              <a:t>EngineHours       1251.0</a:t>
            </a:r>
            <a:br/>
            <a:r>
              <a:t>FuelConsumption   8.2</a:t>
            </a:r>
            <a:br/>
            <a:r>
              <a:t>ResidualTelemetry {</a:t>
            </a:r>
            <a:br/>
            <a:r>
              <a:t> "serviceCountdownHours":120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3: policies process it automatically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typed policy writes the controller row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drift policy examines the same raw message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No scheduled connector export or watermark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{"Source":"RawTelemetry",</a:t>
            </a:r>
            <a:br/>
            <a:r>
              <a:t> "Query":"TransformControllerTelemetry()",</a:t>
            </a:r>
            <a:br/>
            <a:r>
              <a:t> "IsTransactional":false}</a:t>
            </a:r>
            <a:br/>
            <a:br/>
            <a:r>
              <a:t>Raw row  →  typed row</a:t>
            </a:r>
            <a:br/>
            <a:r>
              <a:t>         →  drift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4: drift becomes review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bag_keys discovers serviceCountdownHours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gettype records long and a sample value of 120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Known processing continues while the field is reviewed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SourceType    controller</a:t>
            </a:r>
            <a:br/>
            <a:r>
              <a:t>FieldPath     serviceCountdownHours</a:t>
            </a:r>
            <a:br/>
            <a:r>
              <a:t>ObservedType  long</a:t>
            </a:r>
            <a:br/>
            <a:r>
              <a:t>SampleValue   120</a:t>
            </a:r>
            <a:br/>
            <a:br/>
            <a:r>
              <a:t>bag_keys + mv-expand</a:t>
            </a:r>
            <a:br/>
            <a:r>
              <a:t>+ set_has_element + gettype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 second example: two zones become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One cooling-unit message contains zones 1 and 2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mv-expand produces two stable child rows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An empty zones array produces zero child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Device      Zone  Mode     Return  Setpoint</a:t>
            </a:r>
            <a:br/>
            <a:r>
              <a:t>cooling-01  1     cool     2.8     2.0</a:t>
            </a:r>
            <a:br/>
            <a:r>
              <a:t>cooling-01  2     defrost  5.1     4.0</a:t>
            </a:r>
            <a:br/>
            <a:br/>
            <a:r>
              <a:t>| mv-expand Zone=Zones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5: promote the reviewed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Add ServiceCountdownHours:real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Revise and schema-check the stored function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Replay only the approved interval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residual bag is now empty for this message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BEFORE</a:t>
            </a:r>
            <a:br/>
            <a:r>
              <a:t>Residual {"serviceCountdownHours":120}</a:t>
            </a:r>
            <a:br/>
            <a:br/>
            <a:r>
              <a:t>AFTER</a:t>
            </a:r>
            <a:br/>
            <a:r>
              <a:t>ServiceCountdownHours  120.0</a:t>
            </a:r>
            <a:br/>
            <a:r>
              <a:t>Residual               {}</a:t>
            </a:r>
            <a:br/>
            <a:br/>
            <a:r>
              <a:t>.alter-merge + .set-or-append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Alert only when action is needed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Aggregate repeated observations instead of alerting per message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Example threshold: 10 observations in 15 minutes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Send field, type, sample, assets, and first/last seen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Create or update one review ticket per source and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controller</a:t>
            </a:r>
            <a:br/>
            <a:r>
              <a:t>serviceCountdownHours</a:t>
            </a:r>
            <a:br/>
            <a:r>
              <a:t>Type       long</a:t>
            </a:r>
            <a:br/>
            <a:r>
              <a:t>Sample     120</a:t>
            </a:r>
            <a:br/>
            <a:r>
              <a:t>Assets     47</a:t>
            </a:r>
            <a:br/>
            <a:r>
              <a:t>Events     8,212</a:t>
            </a:r>
            <a:br/>
            <a:br/>
            <a:r>
              <a:t>→ Teams  → DATA-1842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People make the promotion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Data operations confirms ingestion health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Source owner confirms the release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Domain owner defines meaning and unit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Data engineer profiles quality and usage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Platform engineer submits tested KQL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Consumer owner and approver authorize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PROFILE → APPROVE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The engineer sees one operational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Ingestion rate and raw-to-target gap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New fields and drift trend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Type-conversion failures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Residual governance backlog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Array row amplification</a:t>
            </a:r>
          </a:p>
          <a:p>
            <a:pPr>
              <a:spcAft>
                <a:spcPts val="1800"/>
              </a:spcAft>
              <a:defRPr sz="2000">
                <a:solidFill>
                  <a:srgbClr val="EBF2F4"/>
                </a:solidFill>
                <a:latin typeface="Aptos"/>
              </a:defRPr>
            </a:pPr>
            <a:r>
              <a:t>•  Alert evaluation runs even when the dashboard is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OPERATIONS 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Review produces one of three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Promote: PR, approvals, deploy, monitor, bounded backfill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Keep dynamic: record rationale and suppress duplicate tickets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Reject: quarantine or ask the producer to fix its contract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Never let drift detection alter production schemas automatically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3 DECISIONS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Adopt with evidence, not promises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Shadow one source type first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Benchmark policy CPU, ingestion latency, and array amplification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Validate failure monitoring and bounded replay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Measure duplicate arrivals before choosing a lookback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Retire Spark bulk reads only after completeness gates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SHADOW →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